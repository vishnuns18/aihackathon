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0"/>
            <a:ext cx="164592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48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CX INTELLIGENCE PANEL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6858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AI-Powered Support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8580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Architecture &amp; Parallel Execution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85800" y="4160520"/>
            <a:ext cx="77724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4343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 React  ·  TypeScript  ·  Node.js  ·  Claude AI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32320" y="731520"/>
            <a:ext cx="2011680" cy="3200400"/>
          </a:xfrm>
          <a:prstGeom prst="rect">
            <a:avLst/>
          </a:prstGeom>
          <a:solidFill>
            <a:srgbClr val="1E293B">
              <a:alpha val="70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0" y="155448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6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Problem: One Ticket, Too Many Tools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5212080" cy="3749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receives a ticket — what happens?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Zendesk → read conversation thread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CookieYes Admin → look up account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Stripe → check subscription &amp; billing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site → debug if banner is live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internal docs → find articles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reply manually using all of the above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06440" y="960120"/>
            <a:ext cx="2971800" cy="3749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97880" y="114300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8–12 min</a:t>
            </a:r>
            <a:endParaRPr lang="en-US" sz="4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ticket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5989320" y="2148840"/>
            <a:ext cx="2606040" cy="36576"/>
          </a:xfrm>
          <a:prstGeom prst="rect">
            <a:avLst/>
          </a:prstGeom>
          <a:solidFill>
            <a:srgbClr val="0F172A">
              <a:alpha val="60000"/>
            </a:srgbClr>
          </a:solidFill>
          <a:ln w="12700">
            <a:solidFill>
              <a:srgbClr val="0F172A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97880" y="224028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5–6</a:t>
            </a:r>
            <a:endParaRPr lang="en-US" sz="4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tabs</a:t>
            </a:r>
            <a:endParaRPr lang="en-US" sz="4200" dirty="0"/>
          </a:p>
        </p:txBody>
      </p:sp>
      <p:sp>
        <p:nvSpPr>
          <p:cNvPr id="10" name="Shape 8"/>
          <p:cNvSpPr/>
          <p:nvPr/>
        </p:nvSpPr>
        <p:spPr>
          <a:xfrm>
            <a:off x="5989320" y="3246120"/>
            <a:ext cx="2606040" cy="36576"/>
          </a:xfrm>
          <a:prstGeom prst="rect">
            <a:avLst/>
          </a:prstGeom>
          <a:solidFill>
            <a:srgbClr val="0F172A">
              <a:alpha val="60000"/>
            </a:srgbClr>
          </a:solidFill>
          <a:ln w="12700">
            <a:solidFill>
              <a:srgbClr val="0F172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333756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4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work</a:t>
            </a:r>
            <a:endParaRPr lang="en-US" sz="4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Solution: Replace Tabs with Agents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749808"/>
          </a:xfrm>
          <a:prstGeom prst="rect">
            <a:avLst/>
          </a:prstGeom>
          <a:solidFill>
            <a:srgbClr val="162032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86968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"Like having 8 specialists in a room — hand them the ticket, get the answer."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1828800"/>
            <a:ext cx="3474720" cy="685800"/>
          </a:xfrm>
          <a:prstGeom prst="rect">
            <a:avLst/>
          </a:prstGeom>
          <a:solidFill>
            <a:srgbClr val="7F1D1D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8745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6 browser tabs, manual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0" y="187452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709160" y="1828800"/>
            <a:ext cx="4114800" cy="685800"/>
          </a:xfrm>
          <a:prstGeom prst="rect">
            <a:avLst/>
          </a:prstGeom>
          <a:solidFill>
            <a:srgbClr val="14532D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8745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 dashboard, automated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2770632"/>
            <a:ext cx="3474720" cy="685800"/>
          </a:xfrm>
          <a:prstGeom prst="rect">
            <a:avLst/>
          </a:prstGeom>
          <a:solidFill>
            <a:srgbClr val="7F1D1D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81635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8–12 min per ticket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0" y="2816352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4709160" y="2770632"/>
            <a:ext cx="4114800" cy="685800"/>
          </a:xfrm>
          <a:prstGeom prst="rect">
            <a:avLst/>
          </a:prstGeom>
          <a:solidFill>
            <a:srgbClr val="14532D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281635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~30 seconds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" y="3712464"/>
            <a:ext cx="3474720" cy="685800"/>
          </a:xfrm>
          <a:prstGeom prst="rect">
            <a:avLst/>
          </a:prstGeom>
          <a:solidFill>
            <a:srgbClr val="7F1D1D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758184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One ticket at a time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40480" y="3758184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4709160" y="3712464"/>
            <a:ext cx="4114800" cy="685800"/>
          </a:xfrm>
          <a:prstGeom prst="rect">
            <a:avLst/>
          </a:prstGeom>
          <a:solidFill>
            <a:srgbClr val="14532D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758184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3 tickets simultaneously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 Specialist Agents (Skills)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22960"/>
          <a:ext cx="8503920" cy="3749040"/>
        </p:xfrm>
        <a:graphic>
          <a:graphicData uri="http://schemas.openxmlformats.org/drawingml/2006/table">
            <a:tbl>
              <a:tblPr/>
              <a:tblGrid>
                <a:gridCol w="457200"/>
                <a:gridCol w="2011680"/>
                <a:gridCol w="60350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Does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B8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Zendesk Loader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Fetches ticket + full conversation thread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B8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 Lookup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 plan, domain, banner status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B8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Stripe Billing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Subscription, invoices, refund eligibility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B8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Site Debugger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 the banner live? Plugin conflicts?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B8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Docs Lookup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Finds relevant CookieYes help articles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B8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Analyser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drafts the reply with full context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B8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Jira Creator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Raises a bug ticket (manual trigger)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B8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 Lookup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Finds certificates in Google Drive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20040" y="48006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1–6 run automatically. Skill 7 is triggered manually.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Parallel Execution — The Secret Sauce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 of agents fire simultaneously instead of waiting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100584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2344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25880" y="1207008"/>
            <a:ext cx="704088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252728"/>
            <a:ext cx="6903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1: Zendesk Loader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1874520"/>
            <a:ext cx="100584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9202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25880" y="1892808"/>
            <a:ext cx="3383280" cy="4572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193852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2: Account Lookup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0" y="1892808"/>
            <a:ext cx="3566160" cy="4572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93852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5: Docs Lookup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30768" y="1965960"/>
            <a:ext cx="566928" cy="292608"/>
          </a:xfrm>
          <a:prstGeom prst="rect">
            <a:avLst/>
          </a:prstGeom>
          <a:solidFill>
            <a:srgbClr val="14532D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0768" y="196596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" y="2560320"/>
            <a:ext cx="100584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26060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325880" y="2578608"/>
            <a:ext cx="3383280" cy="4572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17320" y="262432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3: Stripe Billing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00600" y="2578608"/>
            <a:ext cx="3566160" cy="45720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62432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4: Site Debugger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430768" y="2651760"/>
            <a:ext cx="566928" cy="292608"/>
          </a:xfrm>
          <a:prstGeom prst="rect">
            <a:avLst/>
          </a:prstGeom>
          <a:solidFill>
            <a:srgbClr val="14532D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30768" y="265176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3246120"/>
            <a:ext cx="100584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32918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325880" y="3264408"/>
            <a:ext cx="4114800" cy="4572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17320" y="331012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6: Claude AI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532120" y="3264408"/>
            <a:ext cx="2834640" cy="4572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23560" y="331012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8: Cert Lookup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430768" y="3337560"/>
            <a:ext cx="566928" cy="292608"/>
          </a:xfrm>
          <a:prstGeom prst="rect">
            <a:avLst/>
          </a:prstGeom>
          <a:solidFill>
            <a:srgbClr val="14532D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30768" y="333756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28600" y="4069080"/>
            <a:ext cx="4251960" cy="77724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11480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Technical: 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Promise.all() fires all API calls simultaneously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663440" y="4069080"/>
            <a:ext cx="4251960" cy="77724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411480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Simple: 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relay runners going 2 at a time — halves the wait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Multiple Tickets Running at the Same Time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834640" cy="283464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6868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320040" y="28803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Tickets simultaneously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474720" y="914400"/>
            <a:ext cx="5349240" cy="713232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11880" y="1005840"/>
            <a:ext cx="5074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#12366</a:t>
            </a:r>
            <a:pPr algn="l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Running...  ●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474720" y="1783080"/>
            <a:ext cx="5349240" cy="713232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11880" y="1874520"/>
            <a:ext cx="5074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#12367</a:t>
            </a:r>
            <a:pPr algn="l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Running...  ●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474720" y="2651760"/>
            <a:ext cx="5349240" cy="713232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11880" y="2743200"/>
            <a:ext cx="5074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#12368</a:t>
            </a:r>
            <a:pPr algn="l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Running...  ●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474720" y="3611880"/>
            <a:ext cx="5349240" cy="1234440"/>
          </a:xfrm>
          <a:prstGeom prst="rect">
            <a:avLst/>
          </a:prstGeom>
          <a:solidFill>
            <a:srgbClr val="0D1117"/>
          </a:solidFill>
          <a:ln w="1905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3703320"/>
            <a:ext cx="5029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maxConcurrent</a:t>
            </a:r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3    // configurable
</a:t>
            </a:r>
            <a:pPr algn="l" indent="0" marL="0">
              <a:buNone/>
            </a:pPr>
            <a:r>
              <a:rPr lang="en-US" sz="13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runningAiCount</a:t>
            </a:r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live semaphore
</a:t>
            </a:r>
            <a:pPr algn="l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useTicketQueue.ts</a:t>
            </a:r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orchestration hook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" y="4005072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"Like 3 checkout lanes — all serve different customers at once"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14800" cy="365760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4114800" cy="5029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TypeScript</a:t>
            </a:r>
            <a:endParaRPr lang="en-US" sz="15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— styling</a:t>
            </a:r>
            <a:endParaRPr lang="en-US" sz="15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Zustand — state management</a:t>
            </a:r>
            <a:endParaRPr lang="en-US" sz="15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— fast build tool</a:t>
            </a:r>
            <a:endParaRPr lang="en-US" sz="15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Router v6 — navigation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09160" y="914400"/>
            <a:ext cx="4114800" cy="365760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914400"/>
            <a:ext cx="4114800" cy="5029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9144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92040" y="150876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 (port 4000)</a:t>
            </a:r>
            <a:endParaRPr lang="en-US" sz="15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— fully type-safe</a:t>
            </a:r>
            <a:endParaRPr lang="en-US" sz="15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Claude API (claude-opus-4-5)</a:t>
            </a:r>
            <a:endParaRPr lang="en-US" sz="15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SDK + Zendesk API</a:t>
            </a:r>
            <a:endParaRPr lang="en-US" sz="15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REST + Slack Bot API</a:t>
            </a:r>
            <a:endParaRPr lang="en-US" sz="15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+ Mongoose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48646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frontend and backend in TypeScript — Monorepo with npm workspaces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AI — The Brain of the Operation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560320" cy="310896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2560320" cy="4572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Raw Data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+ conversation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details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status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debug report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 doc articles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834640" y="20574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520440" y="960120"/>
            <a:ext cx="2560320" cy="3108960"/>
          </a:xfrm>
          <a:prstGeom prst="rect">
            <a:avLst/>
          </a:prstGeom>
          <a:solidFill>
            <a:srgbClr val="1D4ED8"/>
          </a:solidFill>
          <a:ln w="25400">
            <a:solidFill>
              <a:srgbClr val="60A5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0440" y="960120"/>
            <a:ext cx="2560320" cy="4572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960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claude-opus-4-5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11880" y="150876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 = 8-skill workflow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batched API call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(token by token)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max_tokens: 2,500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26480" y="20574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812280" y="960120"/>
            <a:ext cx="2011680" cy="310896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12280" y="960120"/>
            <a:ext cx="2011680" cy="4572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960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Structured Output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03720" y="1508760"/>
            <a:ext cx="18288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+ root cause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classification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reply (toned)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Multi-variant drafts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suggestion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" y="4251960"/>
            <a:ext cx="868680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297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systemPrompt.ts (252 lines) defines the full workflow as Claude instructions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End-to-End Data Flow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474720" y="822960"/>
            <a:ext cx="2194560" cy="457200"/>
          </a:xfrm>
          <a:prstGeom prst="rect">
            <a:avLst/>
          </a:prstGeom>
          <a:solidFill>
            <a:srgbClr val="1D4ED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0" y="822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enters Ticket ID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97680" y="12801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926080" y="1536192"/>
            <a:ext cx="3291840" cy="457200"/>
          </a:xfrm>
          <a:prstGeom prst="rect">
            <a:avLst/>
          </a:prstGeom>
          <a:solidFill>
            <a:srgbClr val="1D4ED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153619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1: GET /api/ticket/:id → Zendesk API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0" y="19933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0040" y="2249424"/>
            <a:ext cx="8503920" cy="347472"/>
          </a:xfrm>
          <a:prstGeom prst="rect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249424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Promise.all() — PARALLEL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615184"/>
            <a:ext cx="2011680" cy="6217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615184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/api/account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68880" y="2615184"/>
            <a:ext cx="2011680" cy="62179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2615184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/api/stripe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17720" y="2615184"/>
            <a:ext cx="2011680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615184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/api/debug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2615184"/>
            <a:ext cx="2011680" cy="6217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2615184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/api/docs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0" y="32552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All results combined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286000" y="3547872"/>
            <a:ext cx="4572000" cy="457200"/>
          </a:xfrm>
          <a:prstGeom prst="rect">
            <a:avLst/>
          </a:prstGeom>
          <a:solidFill>
            <a:srgbClr val="15803D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0" y="35478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6: POST /api/analyze → Claude API (SSE stream)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97680" y="40233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2560320" y="4279392"/>
            <a:ext cx="4023360" cy="457200"/>
          </a:xfrm>
          <a:prstGeom prst="rect">
            <a:avLst/>
          </a:prstGeom>
          <a:solidFill>
            <a:srgbClr val="B4530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0" y="42793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ready — Agent reviews + sends / Jira / Slack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ticket #12366 — Google Consent Mode v2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347472" cy="347472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2070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ticket ID</a:t>
            </a:r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Skill 1 fires (Zendesk loads)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1810512"/>
            <a:ext cx="347472" cy="347472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783080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2 + 5 light up green</a:t>
            </a:r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simultaneously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" y="2386584"/>
            <a:ext cx="347472" cy="347472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59152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3 + 4 fire next</a:t>
            </a:r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(Stripe + Debug in parallel)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0040" y="2962656"/>
            <a:ext cx="347472" cy="347472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935224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streams the reply in real-time</a:t>
            </a:r>
            <a:pPr algn="l" indent="0" marL="0">
              <a:buNone/>
            </a:pP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20040" y="3538728"/>
            <a:ext cx="347472" cy="347472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511296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appears — multiple variants</a:t>
            </a:r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for ambiguous query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20040" y="4114800"/>
            <a:ext cx="347472" cy="347472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08736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2 more tickets</a:t>
            </a:r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all 3 run at once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20040" y="4681728"/>
            <a:ext cx="8503920" cy="310896"/>
          </a:xfrm>
          <a:prstGeom prst="rect">
            <a:avLst/>
          </a:prstGeom>
          <a:solidFill>
            <a:srgbClr val="16203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68172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 pipeline status:  queued → running → done ✓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Impact: Before &amp; After</a:t>
            </a:r>
            <a:endParaRPr lang="en-US" sz="3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22960"/>
          <a:ext cx="8503920" cy="36576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3832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Before (Manual)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 (CX Panel)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 per ticket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8–12 minutes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~30 seconds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Browser tabs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5–6 tabs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dashboard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 lookup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search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Automatic — Skill 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Billing check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Stripe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Automatic — Skill 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Site debug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 manually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Automatic — Skill 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Reply writing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From scratch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Claude-drafted + reviewed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Concurrent tickets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at a time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simultaneously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Jira bug creation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copy-paste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One-click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14532D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461772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~95% reduction in manual lookup time per ticket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Summary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60520" cy="1691640"/>
          </a:xfrm>
          <a:prstGeom prst="rect">
            <a:avLst/>
          </a:prstGeom>
          <a:solidFill>
            <a:srgbClr val="1E293B"/>
          </a:solidFill>
          <a:ln w="254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594360" cy="1691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60120" y="100584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Specialist Agents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527048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skill handles one job — from ticket loading to AI drafting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868680"/>
            <a:ext cx="4160520" cy="1691640"/>
          </a:xfrm>
          <a:prstGeom prst="rect">
            <a:avLst/>
          </a:prstGeom>
          <a:solidFill>
            <a:srgbClr val="1E293B"/>
          </a:solidFill>
          <a:ln w="25400">
            <a:solidFill>
              <a:srgbClr val="1580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68680"/>
            <a:ext cx="594360" cy="1691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09728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5394960" y="100584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Parallel Execution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94960" y="1527048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fire in groups simultaneously — cutting wait time by ~70%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743200"/>
            <a:ext cx="4160520" cy="1691640"/>
          </a:xfrm>
          <a:prstGeom prst="rect">
            <a:avLst/>
          </a:prstGeom>
          <a:solidFill>
            <a:srgbClr val="1E293B"/>
          </a:solidFill>
          <a:ln w="254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743200"/>
            <a:ext cx="594360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97180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960120" y="288036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Multi-Ticket Queue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3401568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3 tickets at once — semaphore-controlled, isolated state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2743200"/>
            <a:ext cx="4160520" cy="1691640"/>
          </a:xfrm>
          <a:prstGeom prst="rect">
            <a:avLst/>
          </a:prstGeom>
          <a:solidFill>
            <a:srgbClr val="1E293B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743200"/>
            <a:ext cx="594360" cy="1691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97180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5394960" y="288036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Claude Call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94960" y="3401568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data batched into a single streaming API call — efficient and fast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4846320"/>
            <a:ext cx="8686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· TypeScript · Node.js · Express · Claude API · Zendesk · Stripe · Jira · Slack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CX Intelligence Multi-Agent Architecture</dc:title>
  <dc:subject>PptxGenJS Presentation</dc:subject>
  <dc:creator>CX Intelligence Panel</dc:creator>
  <cp:lastModifiedBy>CX Intelligence Panel</cp:lastModifiedBy>
  <cp:revision>1</cp:revision>
  <dcterms:created xsi:type="dcterms:W3CDTF">2026-04-16T05:42:57Z</dcterms:created>
  <dcterms:modified xsi:type="dcterms:W3CDTF">2026-04-16T05:42:57Z</dcterms:modified>
</cp:coreProperties>
</file>